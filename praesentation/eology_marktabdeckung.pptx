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5120640"/>
            <a:ext cx="1737360" cy="1737360"/>
          </a:xfrm>
          <a:custGeom>
            <a:avLst/>
            <a:gdLst/>
            <a:ahLst/>
            <a:cxnLst/>
            <a:rect l="l" t="t" r="r" b="b"/>
            <a:pathLst>
              <a:path w="1737360" h="1737360">
                <a:moveTo>
                  <a:pt x="0" y="0"/>
                </a:moveTo>
                <a:lnTo>
                  <a:pt x="1737360" y="1737360"/>
                </a:lnTo>
                <a:lnTo>
                  <a:pt x="0" y="1737360"/>
                </a:lnTo>
                <a:close/>
              </a:path>
            </a:pathLst>
          </a:custGeom>
          <a:solidFill>
            <a:srgbClr val="5F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8900000">
            <a:off x="-502920" y="58064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Märkte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rial"/>
              </a:rPr>
              <a:t>Unsere globale Marktabdeckung</a:t>
            </a:r>
          </a:p>
          <a:p>
            <a:r>
              <a:rPr sz="1600" b="0">
                <a:solidFill>
                  <a:srgbClr val="5FC5E8"/>
                </a:solidFill>
                <a:latin typeface="Arial"/>
              </a:rPr>
              <a:t>Diese Märkte können wir für Sie abdecken</a:t>
            </a:r>
          </a:p>
        </p:txBody>
      </p:sp>
      <p:sp>
        <p:nvSpPr>
          <p:cNvPr id="6" name="Hexagon 5"/>
          <p:cNvSpPr/>
          <p:nvPr/>
        </p:nvSpPr>
        <p:spPr>
          <a:xfrm rot="5400000">
            <a:off x="10561320" y="384048"/>
            <a:ext cx="274320" cy="246888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 rot="5400000">
            <a:off x="10561320" y="658368"/>
            <a:ext cx="274320" cy="246888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xagon 7"/>
          <p:cNvSpPr/>
          <p:nvPr/>
        </p:nvSpPr>
        <p:spPr>
          <a:xfrm rot="5400000">
            <a:off x="10808208" y="521207"/>
            <a:ext cx="274320" cy="246888"/>
          </a:xfrm>
          <a:prstGeom prst="hexag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09960" y="402336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FFFFFF"/>
                </a:solidFill>
                <a:latin typeface="Arial"/>
              </a:rPr>
              <a:t>eology</a:t>
            </a:r>
          </a:p>
        </p:txBody>
      </p:sp>
      <p:pic>
        <p:nvPicPr>
          <p:cNvPr id="10" name="Picture 9" descr="worl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327" y="1691640"/>
            <a:ext cx="10607040" cy="487923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46120" y="6080760"/>
            <a:ext cx="256032" cy="256032"/>
          </a:xfrm>
          <a:prstGeom prst="rect">
            <a:avLst/>
          </a:prstGeom>
          <a:solidFill>
            <a:srgbClr val="5FC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601675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Arial"/>
              </a:rPr>
              <a:t>Abgedeckte Märkte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6080760"/>
            <a:ext cx="256032" cy="256032"/>
          </a:xfrm>
          <a:prstGeom prst="rect">
            <a:avLst/>
          </a:prstGeom>
          <a:solidFill>
            <a:srgbClr val="8C9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6016752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Arial"/>
              </a:rPr>
              <a:t>Aktuell nicht abgedeckt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